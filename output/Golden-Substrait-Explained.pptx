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28AD4-A6E4-4E80-BF4D-4164B41C6E4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ED012-A660-453F-A451-625794F2A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0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Substrait is a standardized representation of relational plans. Golden uses a constrained profile with Golden function extensions. The diagram is a readable logical outline, not literal protobuf JSON: the filter contains field references, typed literals and function references; the aggregate counts rows and the root names the result. The API constructs the plan without reading data. Golden validates supported relations/functions and lowers the plan through Kysely to backend SQL and parameters. The remote database chooses its physical execution plan. This boundary separates the application frontend from SQL construction. A future semantic frontend could produce the supported profile, but external-engine interoperability and federation are not implemented. Retaining this boundary costs compiler implementation and conformance tests; Kysely alone would be simpler for SQL-only requirements. Sources: docs/ARCHITECTURE.md, src/api.ts, src/plan.ts, src/relational.ts, src/queries.ts.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ED012-A660-453F-A451-625794F2A6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98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299C-177B-6CF3-5646-2A1EC0230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48A6B-E5DE-32B4-107D-A669336EB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078AF-E262-0D12-9949-5FA390ACF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0C941-EF2F-AF81-2096-8757B117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56ED8-8442-EA0D-5B4C-38033D62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3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48CE-7A93-31C5-B2C4-A83834B0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46549-301B-32B3-E458-3A9472FBF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5A08F-C26D-7215-AFD9-442453FA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BFE56-20FC-458F-5785-4F589729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5A3BD-3FDE-5364-5B70-0C53C605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3010-C7FC-40A1-5928-0FB091672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21A6D-8071-94D1-9882-6AEEEE9A5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FB2C6-78E7-4680-ECDE-D04733A9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338C-36F6-B574-DC3C-49839191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C95BA-F9B7-32E3-3E8B-8E0FCA26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4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67C4-566F-1C4A-BEAF-A4DFA348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D2A8-2871-987B-58DC-AC2ACF718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D7CFD-AB71-0B20-9A5B-65FAB05A9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E79BA-0386-1D09-E031-542BCCAC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DE65E-FB34-C9D3-9CB1-F2797C89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BB86-AD48-0DB4-971D-8E7245CB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4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2AB8-1200-B01C-D11B-6F58089F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E859C-DB28-5EFE-7B40-C585425E0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6DD2F-6276-B732-83D6-031571200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BBA51-94DD-BA2C-1251-F5F23B1E3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BD30A-1D1C-11B0-1A0E-D4F11C6D1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D757D-0757-F916-F461-71EE75F7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C7D09-D916-F6EE-B7A1-C545DF9B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A59EC-E63A-8EAB-EBF7-7FF3058D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97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2201-BE2C-5F82-59E7-A860CE59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BA07E-F6C0-6AE9-F0A4-A0B7E37E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22D17-EB00-89D4-DA8C-D5E17B8C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8C20F-1A7E-3649-B544-7526B65E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95240-6A84-C26A-7A0C-AC672A0AB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120989-E512-1AE3-E606-AFA9CCD2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438BE-85F6-A4C9-C030-09D4041D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9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1263-9AB3-DCD0-0E2D-31A50F81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BCB9-A269-A4F4-BB65-209CAF896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0B23B-3E39-F3E6-B43B-B2199AFD8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ACE80-DB2E-7E92-8E2F-68A51244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548DA-ED3E-9E15-DEF3-F25B984B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27771-0EC6-B27F-84E8-49AD21B5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1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7B4B-6269-2984-9D41-C179C501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F60DF4-F3E3-AD70-33EA-FCCE140DD44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849DA-72EA-2BAE-2F67-83C0AE51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D2925-93FF-F3D2-28C9-E2D7FB0F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745C8-F76A-9397-D578-43B1B4DB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E0ECA-1703-15B5-8B86-C30493A9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2EFD-9E42-498F-AF8A-56FED543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6A24F-15D1-103A-9017-4CAB7CF5E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7EB68-27DC-BE61-1C67-A5D08C0F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BA21D-6151-B5A9-8924-A1CF34B6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EF39D-A71F-0476-38D8-C64FF42F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04A7D-CD2B-14DA-B0E5-DDAE0000C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44D13-6493-B05C-4E16-A7FCB7FF3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2148F-2445-6864-CC36-16798815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3D19B-82E1-B2A8-A1BE-00858F4D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5BD0-0F56-C7C1-831E-F4E5506E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0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BCC6B-E57C-D8D2-BC8A-F4FF9238E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C1E87-8E67-D070-2617-DAC11D2C0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E0960-DADC-34AD-FC1A-BE256412A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EA124-D72A-4DB5-8A6C-4590E4C0CBA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4C0A6-52EA-13C2-6064-D84154A93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2D004-C8FB-6357-5969-44BAC3007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27507-4BD9-4F74-9D06-50D569A7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4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472F0-9A96-A52E-F609-B4B9EDD478D9}"/>
              </a:ext>
            </a:extLst>
          </p:cNvPr>
          <p:cNvSpPr txBox="1"/>
          <p:nvPr/>
        </p:nvSpPr>
        <p:spPr>
          <a:xfrm>
            <a:off x="609600" y="444500"/>
            <a:ext cx="109728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142735"/>
                </a:solidFill>
                <a:latin typeface="Aptos" panose="020B0004020202020204" pitchFamily="34" charset="0"/>
              </a:rPr>
              <a:t>Substrait in Golden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2B721-44C7-85C4-6D26-4DF688BAF689}"/>
              </a:ext>
            </a:extLst>
          </p:cNvPr>
          <p:cNvSpPr txBox="1"/>
          <p:nvPr/>
        </p:nvSpPr>
        <p:spPr>
          <a:xfrm>
            <a:off x="609600" y="64643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26471"/>
                </a:solidFill>
                <a:latin typeface="Aptos" panose="020B0004020202020204" pitchFamily="34" charset="0"/>
              </a:rPr>
              <a:t>Po-wei Huang / Golden query prototype / October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90DE7-EA56-B5CC-4ACA-AC94E7BE97CD}"/>
              </a:ext>
            </a:extLst>
          </p:cNvPr>
          <p:cNvSpPr txBox="1"/>
          <p:nvPr/>
        </p:nvSpPr>
        <p:spPr>
          <a:xfrm>
            <a:off x="11430000" y="64643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2647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3E6EF-F093-7ABB-698C-55E73C860BB8}"/>
              </a:ext>
            </a:extLst>
          </p:cNvPr>
          <p:cNvSpPr txBox="1"/>
          <p:nvPr/>
        </p:nvSpPr>
        <p:spPr>
          <a:xfrm>
            <a:off x="609600" y="1422400"/>
            <a:ext cx="109728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087F6B"/>
                </a:solidFill>
                <a:latin typeface="Aptos" panose="020B0004020202020204" pitchFamily="34" charset="0"/>
              </a:rPr>
              <a:t>A shared relational plan between our typed API and SQL compiler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83ED4-5F36-BF4F-4971-4BCD1677AC50}"/>
              </a:ext>
            </a:extLst>
          </p:cNvPr>
          <p:cNvSpPr txBox="1"/>
          <p:nvPr/>
        </p:nvSpPr>
        <p:spPr>
          <a:xfrm>
            <a:off x="609600" y="2387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42735"/>
                </a:solidFill>
                <a:latin typeface="Aptos" panose="020B0004020202020204" pitchFamily="34" charset="0"/>
              </a:rPr>
              <a:t>London customer 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10BCB-9D54-C6F1-EB47-DBE37706A3AB}"/>
              </a:ext>
            </a:extLst>
          </p:cNvPr>
          <p:cNvSpPr txBox="1"/>
          <p:nvPr/>
        </p:nvSpPr>
        <p:spPr>
          <a:xfrm>
            <a:off x="609600" y="2984500"/>
            <a:ext cx="5905500" cy="29238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142735"/>
                </a:solidFill>
                <a:latin typeface="Consolas" panose="020B0609020204030204" pitchFamily="49" charset="0"/>
              </a:rPr>
              <a:t>Typed Table / Expr API
          |
Substrait logical outline
  Read customers
  Filter lower(city) = lower('london')
  Aggregate count()
          |
Golden lowering + Kysely
          |
Backend SQL + bound parameters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DDD1D-39CE-005A-5BC4-A11D3B0CFFA1}"/>
              </a:ext>
            </a:extLst>
          </p:cNvPr>
          <p:cNvSpPr txBox="1"/>
          <p:nvPr/>
        </p:nvSpPr>
        <p:spPr>
          <a:xfrm>
            <a:off x="7048500" y="2387600"/>
            <a:ext cx="453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7F6B"/>
                </a:solidFill>
                <a:latin typeface="Aptos" panose="020B0004020202020204" pitchFamily="34" charset="0"/>
              </a:rPr>
              <a:t>What the plan preserves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3DA-6F05-E988-DB65-72A12A1647B8}"/>
              </a:ext>
            </a:extLst>
          </p:cNvPr>
          <p:cNvSpPr txBox="1"/>
          <p:nvPr/>
        </p:nvSpPr>
        <p:spPr>
          <a:xfrm>
            <a:off x="7048500" y="2997200"/>
            <a:ext cx="4533900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142735"/>
                </a:solidFill>
                <a:latin typeface="Aptos" panose="020B0004020202020204" pitchFamily="34" charset="0"/>
              </a:rPr>
              <a:t>Operator order, field references, typed literals and function 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3F0A8-6775-2F86-86E8-3E0C5A48E098}"/>
              </a:ext>
            </a:extLst>
          </p:cNvPr>
          <p:cNvSpPr txBox="1"/>
          <p:nvPr/>
        </p:nvSpPr>
        <p:spPr>
          <a:xfrm>
            <a:off x="7048500" y="4318000"/>
            <a:ext cx="453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7F6B"/>
                </a:solidFill>
                <a:latin typeface="Aptos" panose="020B0004020202020204" pitchFamily="34" charset="0"/>
              </a:rPr>
              <a:t>What Golden still owns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4A63B-64D9-9920-978D-628D938C2810}"/>
              </a:ext>
            </a:extLst>
          </p:cNvPr>
          <p:cNvSpPr txBox="1"/>
          <p:nvPr/>
        </p:nvSpPr>
        <p:spPr>
          <a:xfrm>
            <a:off x="7048500" y="4902200"/>
            <a:ext cx="4533900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142735"/>
                </a:solidFill>
                <a:latin typeface="Aptos" panose="020B0004020202020204" pitchFamily="34" charset="0"/>
              </a:rPr>
              <a:t>Supported-profile validation, SQL lowering and cross-backend correctness tests</a:t>
            </a:r>
          </a:p>
        </p:txBody>
      </p:sp>
    </p:spTree>
    <p:extLst>
      <p:ext uri="{BB962C8B-B14F-4D97-AF65-F5344CB8AC3E}">
        <p14:creationId xmlns:p14="http://schemas.microsoft.com/office/powerpoint/2010/main" val="4005990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Po-wei Huang</dc:creator>
  <cp:lastModifiedBy>Po-wei Huang</cp:lastModifiedBy>
  <cp:revision>1</cp:revision>
  <dcterms:created xsi:type="dcterms:W3CDTF">2026-10-21T15:28:33Z</dcterms:created>
  <dcterms:modified xsi:type="dcterms:W3CDTF">2026-10-21T15:28:33Z</dcterms:modified>
</cp:coreProperties>
</file>